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9" dt="2026-10-08T14:19:52.597"/>
    <p1510:client id="{53BB30E5-E039-49C1-87BD-2FE4A90EF7B0}" v="26" dt="2026-10-08T14:17:35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6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>
                <a:solidFill>
                  <a:schemeClr val="accent6"/>
                </a:solidFill>
              </a:rPr>
              <a:t>Genesis Ideathon – Pre-Ideathon Template</a:t>
            </a:r>
            <a:endParaRPr lang="en-US" sz="105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chemeClr val="accent3"/>
                </a:solidFill>
              </a:rPr>
              <a:t>PRE-IDEATHON TEMPLATE</a:t>
            </a:r>
            <a:endParaRPr lang="en-US" sz="120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chemeClr val="bg1"/>
                </a:solidFill>
              </a:rPr>
              <a:t>TEAM &amp; DOMAIN</a:t>
            </a:r>
            <a:endParaRPr lang="en-US" sz="130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chemeClr val="accent6"/>
                </a:solidFill>
              </a:rPr>
              <a:t>Sahaya: a cooperative gig services platform</a:t>
            </a:r>
            <a:endParaRPr lang="en-US" sz="160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70332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endParaRPr lang="en-IN" sz="160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>
                <a:solidFill>
                  <a:schemeClr val="bg1"/>
                </a:solidFill>
              </a:rPr>
              <a:t>Team Name – </a:t>
            </a:r>
            <a:r>
              <a:rPr lang="en-US" sz="1600">
                <a:solidFill>
                  <a:schemeClr val="bg1"/>
                </a:solidFill>
              </a:rPr>
              <a:t>DARK PROTOCOL</a:t>
            </a:r>
            <a:endParaRPr lang="en-US" sz="160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>
                <a:solidFill>
                  <a:schemeClr val="bg1"/>
                </a:solidFill>
              </a:rPr>
              <a:t>Team Members –  </a:t>
            </a:r>
            <a:r>
              <a:rPr lang="en-US" sz="1600">
                <a:solidFill>
                  <a:schemeClr val="bg1"/>
                </a:solidFill>
              </a:rPr>
              <a:t>Nithin , </a:t>
            </a:r>
            <a:r>
              <a:rPr lang="en-US" sz="1600" err="1">
                <a:solidFill>
                  <a:schemeClr val="bg1"/>
                </a:solidFill>
              </a:rPr>
              <a:t>Pavna</a:t>
            </a:r>
            <a:r>
              <a:rPr lang="en-US" sz="1600">
                <a:solidFill>
                  <a:schemeClr val="bg1"/>
                </a:solidFill>
              </a:rPr>
              <a:t> Preethikha M , Nehasri Mullapudi,  </a:t>
            </a:r>
            <a:r>
              <a:rPr lang="en-US" sz="1600" err="1">
                <a:solidFill>
                  <a:schemeClr val="bg1"/>
                </a:solidFill>
              </a:rPr>
              <a:t>Sattineni</a:t>
            </a:r>
            <a:r>
              <a:rPr lang="en-US" sz="1600">
                <a:solidFill>
                  <a:schemeClr val="bg1"/>
                </a:solidFill>
              </a:rPr>
              <a:t> Venkata Satya Tulasi Ram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>
                <a:solidFill>
                  <a:schemeClr val="bg1"/>
                </a:solidFill>
              </a:rPr>
              <a:t>Selected Domain – </a:t>
            </a:r>
            <a:r>
              <a:rPr lang="en-US" sz="1600">
                <a:solidFill>
                  <a:schemeClr val="bg1"/>
                </a:solidFill>
              </a:rPr>
              <a:t>Agriculture, </a:t>
            </a:r>
            <a:r>
              <a:rPr lang="en-US" sz="1600" err="1">
                <a:solidFill>
                  <a:schemeClr val="bg1"/>
                </a:solidFill>
              </a:rPr>
              <a:t>FoodTech</a:t>
            </a:r>
            <a:r>
              <a:rPr lang="en-US" sz="1600">
                <a:solidFill>
                  <a:schemeClr val="bg1"/>
                </a:solidFill>
              </a:rPr>
              <a:t> &amp; Rural Development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>
                <a:solidFill>
                  <a:schemeClr val="bg1"/>
                </a:solidFill>
              </a:rPr>
              <a:t>Problem Statement – </a:t>
            </a:r>
            <a:r>
              <a:rPr lang="en-US" sz="1600">
                <a:solidFill>
                  <a:schemeClr val="bg1"/>
                </a:solidFill>
              </a:rPr>
              <a:t>Cooperative Gig Services Platform for Household &amp; Community Services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DARK PROTOCOL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India’s cooperative workers are verified offline, yet invisible online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What needs to be solved: </a:t>
            </a:r>
            <a:r>
              <a:rPr lang="en-US" sz="1600">
                <a:solidFill>
                  <a:schemeClr val="tx1"/>
                </a:solidFill>
              </a:rPr>
              <a:t>Cooperative federations hold verified electricians, plumbers, painters and caregivers, but 90%+ of India’s workforce sits in the unorganised sector, invisible online.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No digital trust: </a:t>
            </a:r>
            <a:r>
              <a:rPr lang="en-US" sz="1600">
                <a:solidFill>
                  <a:schemeClr val="tx1"/>
                </a:solidFill>
              </a:rPr>
              <a:t>Federations already vouch for worker skill and conduct, but that trust has no digital form a customer can see or hold to account.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Commission extraction: </a:t>
            </a:r>
            <a:r>
              <a:rPr lang="en-US" sz="1600">
                <a:solidFill>
                  <a:schemeClr val="tx1"/>
                </a:solidFill>
              </a:rPr>
              <a:t>Urban Company charged workers up to 30% commission with zero insurance; protests hit Delhi, Bengaluru and Mumbai as recently as Feb 2026.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No safety net: </a:t>
            </a:r>
            <a:r>
              <a:rPr lang="en-US" sz="1600">
                <a:solidFill>
                  <a:schemeClr val="tx1"/>
                </a:solidFill>
              </a:rPr>
              <a:t>Platform work sits outside ESIC/EPFO protection, and Urban Company alone runs 52,000+ workers, a third of them women.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Why now: </a:t>
            </a:r>
            <a:r>
              <a:rPr lang="en-US" sz="1600">
                <a:solidFill>
                  <a:schemeClr val="tx1"/>
                </a:solidFill>
              </a:rPr>
              <a:t>India’s gig workforce triples from 7.7M (2020-21) to 23.5M by 2029-30, and cooperatives risk losing members to commission-heavy platforms.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DARK PROTOCOL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Cooperative workers, their federations and the households they serve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Primary users: </a:t>
            </a:r>
            <a:r>
              <a:rPr lang="en-US" sz="1600">
                <a:solidFill>
                  <a:schemeClr val="tx1"/>
                </a:solidFill>
              </a:rPr>
              <a:t>Unorganised-sector service workers (electricians, plumbers, painters, caregivers) in cooperative federations, including those with no smartphone or data, and consumers who need skilled, verified help.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Secondary stakeholders: </a:t>
            </a:r>
            <a:r>
              <a:rPr lang="en-US" sz="1600">
                <a:solidFill>
                  <a:schemeClr val="tx1"/>
                </a:solidFill>
              </a:rPr>
              <a:t>Cooperative federations and their field staff, local communities, and the admins who handle onboarding, disputes and welfare payouts.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Workers benefit: </a:t>
            </a:r>
            <a:r>
              <a:rPr lang="en-US" sz="1600">
                <a:solidFill>
                  <a:schemeClr val="tx1"/>
                </a:solidFill>
              </a:rPr>
              <a:t>Better visibility, more work, a verifiable service history, fair earnings, welfare support and a safety net.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Cooperatives benefit: </a:t>
            </a:r>
            <a:r>
              <a:rPr lang="en-US" sz="1600">
                <a:solidFill>
                  <a:schemeClr val="tx1"/>
                </a:solidFill>
              </a:rPr>
              <a:t>Centralised workforce management, real-time demand insights and a new revenue stream through the booking levy.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Consumers and communities benefit: </a:t>
            </a:r>
            <a:r>
              <a:rPr lang="en-US" sz="1600">
                <a:solidFill>
                  <a:schemeClr val="tx1"/>
                </a:solidFill>
              </a:rPr>
              <a:t>Verified workers, transparent pricing, tracking, easy and emergency booking, and stronger local service economies.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DARK PROTOCOL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Trusted offline workforce, booming gig economy, no co-op platform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Existing scenario: </a:t>
            </a:r>
            <a:r>
              <a:rPr lang="en-US" sz="1600">
                <a:solidFill>
                  <a:schemeClr val="tx1"/>
                </a:solidFill>
              </a:rPr>
              <a:t>Cooperative federations have worker rosters, local presence and member trust, but none of it is visible or usable online.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Relevant facts: </a:t>
            </a:r>
            <a:r>
              <a:rPr lang="en-US" sz="1600">
                <a:solidFill>
                  <a:schemeClr val="tx1"/>
                </a:solidFill>
              </a:rPr>
              <a:t>Gig workforce: 7.7M (2020-21) to 23.5M by 2029-30. India has ~8.5 lakh cooperatives (Ministry of Cooperation, NCD). Urban Company: 52,000+ workers, about a third women, no guaranteed insurance.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Current workflow: </a:t>
            </a:r>
            <a:r>
              <a:rPr lang="en-US" sz="1600">
                <a:solidFill>
                  <a:schemeClr val="tx1"/>
                </a:solidFill>
              </a:rPr>
              <a:t>Workers join a private platform with a self-reported profile, pay up to 30% commission per job, get no insurance and sit outside ESIC/EPFO.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Left out: </a:t>
            </a:r>
            <a:r>
              <a:rPr lang="en-US" sz="1600">
                <a:solidFill>
                  <a:schemeClr val="tx1"/>
                </a:solidFill>
              </a:rPr>
              <a:t>Workers without a smartphone or data cannot join app-only platforms at all.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DARK PROTOCOL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Four gaps keep cooperative workers from earning fairly online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Main difficulties: </a:t>
            </a:r>
            <a:r>
              <a:rPr lang="en-US" sz="1600">
                <a:solidFill>
                  <a:schemeClr val="tx1"/>
                </a:solidFill>
              </a:rPr>
              <a:t>An invisible workforce, no digital proof of trust, commission-heavy platforms and no insurance or welfare cover.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Root causes: </a:t>
            </a:r>
            <a:r>
              <a:rPr lang="en-US" sz="1600">
                <a:solidFill>
                  <a:schemeClr val="tx1"/>
                </a:solidFill>
              </a:rPr>
              <a:t>Federation verification exists only in offline records, platforms are privately owned, and gig work is outside ESIC/EPFO.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If left unsolved: </a:t>
            </a:r>
            <a:r>
              <a:rPr lang="en-US" sz="1600">
                <a:solidFill>
                  <a:schemeClr val="tx1"/>
                </a:solidFill>
              </a:rPr>
              <a:t>The gig workforce triples by 2029-30 and cooperatives lose members to platforms that take up to 30% and protect no one.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Rollout risks we plan for: </a:t>
            </a:r>
            <a:r>
              <a:rPr lang="en-US" sz="1600">
                <a:solidFill>
                  <a:schemeClr val="tx1"/>
                </a:solidFill>
              </a:rPr>
              <a:t>Low smartphone access and digital literacy, first-time trust, consistent verification across federations, AI accuracy across regions, data privacy and welfare-pool funding.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DARK PROTOCOL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Commission platforms and offline rosters each solve half the problem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Private gig platforms (e.g. Urban Company): </a:t>
            </a:r>
            <a:r>
              <a:rPr lang="en-US" sz="1600">
                <a:solidFill>
                  <a:schemeClr val="tx1"/>
                </a:solidFill>
              </a:rPr>
              <a:t>Reach customers, but charge up to 30% commission, offer no insurance and rely on self-reported profiles.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Cooperative federations today: </a:t>
            </a:r>
            <a:r>
              <a:rPr lang="en-US" sz="1600">
                <a:solidFill>
                  <a:schemeClr val="tx1"/>
                </a:solidFill>
              </a:rPr>
              <a:t>Hold verified skills and member trust, but only offline, with no booking, payments or visibility for customers.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App-only platforms in general: </a:t>
            </a:r>
            <a:r>
              <a:rPr lang="en-US" sz="1600">
                <a:solidFill>
                  <a:schemeClr val="tx1"/>
                </a:solidFill>
              </a:rPr>
              <a:t>Exclude workers with no smartphone, data or digital literacy.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The gap: </a:t>
            </a:r>
            <a:r>
              <a:rPr lang="en-US" sz="1600">
                <a:solidFill>
                  <a:schemeClr val="tx1"/>
                </a:solidFill>
              </a:rPr>
              <a:t>No cooperative-owned platform found combines federation-verified workers, zero commission, a welfare pool and account-free IVR booking. This is the gap Sahaya fills.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DARK PROTOCOL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Resources required to solve the problem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Hardware: </a:t>
            </a:r>
            <a:r>
              <a:rPr lang="en-US" sz="1600">
                <a:solidFill>
                  <a:schemeClr val="tx1"/>
                </a:solidFill>
              </a:rPr>
              <a:t>Cloud servers (AWS/GCP containers and microservices), telephony infrastructure with a toll-free number and SIP server for the IVR, and smartphones for app users.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Software: </a:t>
            </a:r>
            <a:r>
              <a:rPr lang="en-US" sz="1600">
                <a:solidFill>
                  <a:schemeClr val="tx1"/>
                </a:solidFill>
              </a:rPr>
              <a:t>Flutter (consumer and worker apps), Node.js/Django REST APIs, React admin dashboard, PostgreSQL + PostGIS on Supabase (auth with JWT/RBAC), Python AI/ML (Prophet, LSTM, Scikit-learn), Razorpay/UPI payments, Asterisk/Twilio for IVR and SMS.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Other resources (including human resources): </a:t>
            </a:r>
            <a:r>
              <a:rPr lang="en-US" sz="1600">
                <a:solidFill>
                  <a:schemeClr val="tx1"/>
                </a:solidFill>
              </a:rPr>
              <a:t>Access to cooperative federation records, field staff for onboarding, an admin team for disputes and welfare payouts, and insurance providers.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Opportunity areas: </a:t>
            </a:r>
            <a:r>
              <a:rPr lang="en-US" sz="1600">
                <a:solidFill>
                  <a:schemeClr val="tx1"/>
                </a:solidFill>
              </a:rPr>
              <a:t>IVR access for offline workers, federation-verified trust, AI demand forecasting by zone and a welfare pool funded by booking levy and donations.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DARK PROTOCOL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Sahaya connects skills, strengthens co-ops, empowers communities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What we intend to do: </a:t>
            </a:r>
            <a:r>
              <a:rPr lang="en-US" sz="1600">
                <a:solidFill>
                  <a:schemeClr val="tx1"/>
                </a:solidFill>
              </a:rPr>
              <a:t>Build a cooperative-owned platform with a Consumer App, a Worker App and a toll-free IVR, backed by federation verification, geo-matching, AI demand forecasting and digital payments.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What we want to improve: </a:t>
            </a:r>
            <a:r>
              <a:rPr lang="en-US" sz="1600">
                <a:solidFill>
                  <a:schemeClr val="tx1"/>
                </a:solidFill>
              </a:rPr>
              <a:t>Digital visibility, utilisation of idle skills, fairer job distribution and data-driven planning for cooperatives.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What success looks like: </a:t>
            </a:r>
            <a:r>
              <a:rPr lang="en-US" sz="1600">
                <a:solidFill>
                  <a:schemeClr val="tx1"/>
                </a:solidFill>
              </a:rPr>
              <a:t>Zero commission, Sahaya Shield welfare and insurance cover, verified trust for customers, and reach to workers with no smartphone.</a:t>
            </a:r>
            <a:endParaRPr lang="en-US" sz="160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>
                <a:solidFill>
                  <a:schemeClr val="tx1"/>
                </a:solidFill>
              </a:rPr>
              <a:t>Rollout approach: </a:t>
            </a:r>
            <a:r>
              <a:rPr lang="en-US" sz="1600">
                <a:solidFill>
                  <a:schemeClr val="tx1"/>
                </a:solidFill>
              </a:rPr>
              <a:t>Federation-led onboarding with trusted field staff and a zone-wise rollout to tune the AI models on real local demand.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DARK PROTOCOL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Who will handle which part of the execution</a:t>
            </a:r>
            <a:endParaRPr lang="en-US" sz="180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229604"/>
              </p:ext>
            </p:extLst>
          </p:nvPr>
        </p:nvGraphicFramePr>
        <p:xfrm>
          <a:off x="548640" y="2194560"/>
          <a:ext cx="11094415" cy="3474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err="1">
                          <a:latin typeface="Calibri" charset="0"/>
                          <a:ea typeface="Calibri" charset="0"/>
                          <a:cs typeface="Calibri" charset="0"/>
                        </a:rPr>
                        <a:t>Nehasri</a:t>
                      </a:r>
                      <a:r>
                        <a:rPr lang="en-US" sz="1400" b="1">
                          <a:latin typeface="Calibri" charset="0"/>
                          <a:ea typeface="Calibri" charset="0"/>
                          <a:cs typeface="Calibri" charset="0"/>
                        </a:rPr>
                        <a:t> Mullapudi</a:t>
                      </a:r>
                    </a:p>
                    <a:p>
                      <a:pPr marL="0" indent="0">
                        <a:buNone/>
                      </a:pP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Developer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consumer and worker apps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latin typeface="Calibri" charset="0"/>
                          <a:ea typeface="Calibri" charset="0"/>
                          <a:cs typeface="Calibri" charset="0"/>
                        </a:rPr>
                        <a:t>Nithin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Developer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APIs, auth, payments, federation registry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Pavna Preethikha M</a:t>
                      </a:r>
                      <a:endParaRPr lang="en-IN" sz="1400" b="1">
                        <a:effectLst/>
                      </a:endParaRPr>
                    </a:p>
                    <a:p>
                      <a:pPr marL="0" indent="0">
                        <a:buNone/>
                      </a:pPr>
                      <a:endParaRPr lang="en-US" sz="140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Engineer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forecasting and worker allocation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Sattineni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Venkata Satya Tulasi ram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IVR &amp; Dashboard Engineer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Toll-free IVR, telephony and React admin dashboard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revision>4</cp:revision>
  <dcterms:created xsi:type="dcterms:W3CDTF">2026-10-07T15:27:40Z</dcterms:created>
  <dcterms:modified xsi:type="dcterms:W3CDTF">2026-10-08T14:21:55Z</dcterms:modified>
</cp:coreProperties>
</file>